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978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sz="2000" b="1" dirty="0" err="1"/>
              <a:t>BSides</a:t>
            </a:r>
            <a:r>
              <a:rPr sz="2000" b="1" dirty="0"/>
              <a:t> Kraków </a:t>
            </a:r>
            <a:r>
              <a:rPr lang="pt-BR" sz="2000" b="1" dirty="0" err="1"/>
              <a:t>Meetups</a:t>
            </a:r>
            <a:endParaRPr sz="2000" b="1" dirty="0"/>
          </a:p>
        </p:txBody>
      </p:sp>
      <p:pic>
        <p:nvPicPr>
          <p:cNvPr id="3" name="Picture 2" descr="bsides krakó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66257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0"/>
            <a:ext cx="304429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4400" b="1" dirty="0" err="1">
                <a:solidFill>
                  <a:srgbClr val="FFFFFF"/>
                </a:solidFill>
              </a:rPr>
              <a:t>Hello</a:t>
            </a:r>
            <a:r>
              <a:rPr lang="pt-BR" sz="4400" b="1" dirty="0">
                <a:solidFill>
                  <a:srgbClr val="FFFFFF"/>
                </a:solidFill>
              </a:rPr>
              <a:t> World</a:t>
            </a:r>
            <a:endParaRPr sz="4400" b="1" dirty="0">
              <a:solidFill>
                <a:srgbClr val="FFFFFF"/>
              </a:solidFill>
            </a:endParaRPr>
          </a:p>
          <a:p>
            <a:r>
              <a:rPr lang="pt-BR" sz="2200" dirty="0" err="1">
                <a:solidFill>
                  <a:srgbClr val="9CA3AF"/>
                </a:solidFill>
              </a:rPr>
              <a:t>Share</a:t>
            </a:r>
            <a:r>
              <a:rPr lang="pt-BR" sz="2200" dirty="0">
                <a:solidFill>
                  <a:srgbClr val="9CA3AF"/>
                </a:solidFill>
              </a:rPr>
              <a:t> </a:t>
            </a:r>
            <a:r>
              <a:rPr lang="pt-BR" sz="2200" dirty="0" err="1">
                <a:solidFill>
                  <a:srgbClr val="9CA3AF"/>
                </a:solidFill>
              </a:rPr>
              <a:t>knowledge</a:t>
            </a:r>
            <a:endParaRPr sz="2200" dirty="0">
              <a:solidFill>
                <a:srgbClr val="9CA3A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27585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rPr lang="pt-BR" dirty="0"/>
              <a:t>Cássio B. Pereira </a:t>
            </a:r>
            <a:r>
              <a:rPr lang="pt-BR" dirty="0" err="1"/>
              <a:t>a.k.a</a:t>
            </a:r>
            <a:r>
              <a:rPr lang="pt-BR" dirty="0"/>
              <a:t>. </a:t>
            </a:r>
            <a:r>
              <a:rPr dirty="0"/>
              <a:t>@</a:t>
            </a:r>
            <a:r>
              <a:rPr lang="pt-BR" dirty="0" err="1"/>
              <a:t>cassiodeveloper</a:t>
            </a:r>
            <a:endParaRPr lang="pt-BR" dirty="0"/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rPr lang="pt-BR" b="1" dirty="0" err="1"/>
              <a:t>BSides</a:t>
            </a:r>
            <a:r>
              <a:rPr lang="pt-BR" b="1" dirty="0"/>
              <a:t> Kraków </a:t>
            </a:r>
            <a:r>
              <a:rPr lang="pt-BR" b="1" dirty="0" err="1"/>
              <a:t>Founder</a:t>
            </a:r>
            <a:r>
              <a:rPr lang="pt-BR" b="1" dirty="0"/>
              <a:t> &amp; </a:t>
            </a:r>
            <a:r>
              <a:rPr lang="pt-BR" b="1" dirty="0" err="1"/>
              <a:t>Coordinator</a:t>
            </a:r>
            <a:endParaRPr b="1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A9AE8A8-0E89-AF78-468B-FA30C78DECE8}"/>
              </a:ext>
            </a:extLst>
          </p:cNvPr>
          <p:cNvSpPr txBox="1"/>
          <p:nvPr/>
        </p:nvSpPr>
        <p:spPr>
          <a:xfrm>
            <a:off x="7976865" y="6035040"/>
            <a:ext cx="28453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rPr lang="pt-BR" dirty="0"/>
              <a:t>Fernando Cardoso</a:t>
            </a:r>
          </a:p>
          <a:p>
            <a:pPr algn="ctr">
              <a:defRPr sz="1200">
                <a:solidFill>
                  <a:srgbClr val="C8C8C8"/>
                </a:solidFill>
              </a:defRPr>
            </a:pPr>
            <a:r>
              <a:rPr lang="pt-BR" b="1" dirty="0" err="1"/>
              <a:t>BSides</a:t>
            </a:r>
            <a:r>
              <a:rPr lang="pt-BR" b="1" dirty="0"/>
              <a:t> Kraków </a:t>
            </a:r>
            <a:r>
              <a:rPr lang="pt-BR" b="1" dirty="0" err="1"/>
              <a:t>Co-Founder</a:t>
            </a:r>
            <a:r>
              <a:rPr lang="pt-BR" b="1" dirty="0"/>
              <a:t> &amp; </a:t>
            </a:r>
            <a:r>
              <a:rPr lang="pt-BR" b="1" dirty="0" err="1"/>
              <a:t>Coordinator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sides krakó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385475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1097280"/>
            <a:ext cx="122341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pt-BR" sz="4000" dirty="0"/>
              <a:t>2026</a:t>
            </a:r>
            <a:endParaRPr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82148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The </a:t>
            </a:r>
            <a:r>
              <a:rPr lang="pt-BR" sz="2400" dirty="0" err="1">
                <a:solidFill>
                  <a:srgbClr val="DCDCDC"/>
                </a:solidFill>
              </a:rPr>
              <a:t>meetups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kick</a:t>
            </a:r>
            <a:r>
              <a:rPr lang="pt-BR" sz="2400" dirty="0">
                <a:solidFill>
                  <a:srgbClr val="DCDCDC"/>
                </a:solidFill>
              </a:rPr>
              <a:t>-off (</a:t>
            </a:r>
            <a:r>
              <a:rPr lang="pt-BR" sz="2400" dirty="0" err="1">
                <a:solidFill>
                  <a:srgbClr val="DCDCDC"/>
                </a:solidFill>
              </a:rPr>
              <a:t>now</a:t>
            </a:r>
            <a:r>
              <a:rPr lang="pt-BR" sz="2400" dirty="0">
                <a:solidFill>
                  <a:srgbClr val="DCDCDC"/>
                </a:solidFill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Sponsors</a:t>
            </a:r>
            <a:r>
              <a:rPr lang="pt-BR" sz="2400" dirty="0">
                <a:solidFill>
                  <a:srgbClr val="DCDCDC"/>
                </a:solidFill>
              </a:rPr>
              <a:t> per </a:t>
            </a:r>
            <a:r>
              <a:rPr lang="pt-BR" sz="2400" dirty="0" err="1">
                <a:solidFill>
                  <a:srgbClr val="DCDCDC"/>
                </a:solidFill>
              </a:rPr>
              <a:t>meetup</a:t>
            </a:r>
            <a:r>
              <a:rPr lang="pt-BR" sz="2400" dirty="0">
                <a:solidFill>
                  <a:srgbClr val="DCDCDC"/>
                </a:solidFill>
              </a:rPr>
              <a:t> (</a:t>
            </a:r>
            <a:r>
              <a:rPr lang="pt-BR" sz="2400" dirty="0" err="1">
                <a:solidFill>
                  <a:srgbClr val="DCDCDC"/>
                </a:solidFill>
              </a:rPr>
              <a:t>get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also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access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to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the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conference</a:t>
            </a:r>
            <a:r>
              <a:rPr lang="pt-BR" sz="2400" dirty="0">
                <a:solidFill>
                  <a:srgbClr val="DCDCDC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Make </a:t>
            </a:r>
            <a:r>
              <a:rPr lang="pt-BR" sz="2400" dirty="0" err="1">
                <a:solidFill>
                  <a:srgbClr val="DCDCDC"/>
                </a:solidFill>
              </a:rPr>
              <a:t>possible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to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us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to</a:t>
            </a:r>
            <a:r>
              <a:rPr lang="pt-BR" sz="2400" dirty="0">
                <a:solidFill>
                  <a:srgbClr val="DCDCDC"/>
                </a:solidFill>
              </a:rPr>
              <a:t>.... Mee(</a:t>
            </a:r>
            <a:r>
              <a:rPr lang="pt-BR" sz="2400" dirty="0" err="1">
                <a:solidFill>
                  <a:srgbClr val="DCDCDC"/>
                </a:solidFill>
              </a:rPr>
              <a:t>ea</a:t>
            </a:r>
            <a:r>
              <a:rPr lang="pt-BR" sz="2400" dirty="0">
                <a:solidFill>
                  <a:srgbClr val="DCDCDC"/>
                </a:solidFill>
              </a:rPr>
              <a:t>)t 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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The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Meetups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page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(s).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Always,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last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Wednesday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of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each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dirty="0" err="1">
                <a:solidFill>
                  <a:srgbClr val="DCDCDC"/>
                </a:solidFill>
                <a:sym typeface="Wingdings" panose="05000000000000000000" pitchFamily="2" charset="2"/>
              </a:rPr>
              <a:t>month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 (</a:t>
            </a:r>
            <a:r>
              <a:rPr lang="pt-BR" sz="2400" b="1" dirty="0" err="1">
                <a:solidFill>
                  <a:srgbClr val="DCDCDC"/>
                </a:solidFill>
                <a:sym typeface="Wingdings" panose="05000000000000000000" pitchFamily="2" charset="2"/>
              </a:rPr>
              <a:t>See</a:t>
            </a:r>
            <a:r>
              <a:rPr lang="pt-BR" sz="2400" b="1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b="1" dirty="0" err="1">
                <a:solidFill>
                  <a:srgbClr val="DCDCDC"/>
                </a:solidFill>
                <a:sym typeface="Wingdings" panose="05000000000000000000" pitchFamily="2" charset="2"/>
              </a:rPr>
              <a:t>you</a:t>
            </a:r>
            <a:r>
              <a:rPr lang="pt-BR" sz="2400" b="1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b="1" dirty="0" err="1">
                <a:solidFill>
                  <a:srgbClr val="DCDCDC"/>
                </a:solidFill>
                <a:sym typeface="Wingdings" panose="05000000000000000000" pitchFamily="2" charset="2"/>
              </a:rPr>
              <a:t>on</a:t>
            </a:r>
            <a:r>
              <a:rPr lang="pt-BR" sz="2400" b="1" dirty="0">
                <a:solidFill>
                  <a:srgbClr val="DCDCDC"/>
                </a:solidFill>
                <a:sym typeface="Wingdings" panose="05000000000000000000" pitchFamily="2" charset="2"/>
              </a:rPr>
              <a:t> </a:t>
            </a:r>
            <a:r>
              <a:rPr lang="pt-BR" sz="2400" b="1" dirty="0" err="1">
                <a:solidFill>
                  <a:srgbClr val="DCDCDC"/>
                </a:solidFill>
                <a:sym typeface="Wingdings" panose="05000000000000000000" pitchFamily="2" charset="2"/>
              </a:rPr>
              <a:t>Feb</a:t>
            </a:r>
            <a:r>
              <a:rPr lang="pt-BR" sz="2400" b="1" dirty="0">
                <a:solidFill>
                  <a:srgbClr val="DCDCDC"/>
                </a:solidFill>
                <a:sym typeface="Wingdings" panose="05000000000000000000" pitchFamily="2" charset="2"/>
              </a:rPr>
              <a:t> 25th</a:t>
            </a:r>
            <a:r>
              <a:rPr lang="pt-BR" sz="2400" dirty="0">
                <a:solidFill>
                  <a:srgbClr val="DCDCDC"/>
                </a:solidFill>
                <a:sym typeface="Wingdings" panose="05000000000000000000" pitchFamily="2" charset="2"/>
              </a:rPr>
              <a:t>)</a:t>
            </a:r>
            <a:endParaRPr sz="2400" dirty="0">
              <a:solidFill>
                <a:srgbClr val="DCDCD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97280" y="5852160"/>
            <a:ext cx="10058400" cy="1828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8" name="Picture 4" descr="Meetup Logo and symbol, meaning, history, PNG">
            <a:extLst>
              <a:ext uri="{FF2B5EF4-FFF2-40B4-BE49-F238E27FC236}">
                <a16:creationId xmlns:a16="http://schemas.microsoft.com/office/drawing/2014/main" id="{B63C2AB2-DB6D-373B-BD96-1B0458DEB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749" y="91440"/>
            <a:ext cx="3901326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ommerce Media Tech - IAB Polska">
            <a:extLst>
              <a:ext uri="{FF2B5EF4-FFF2-40B4-BE49-F238E27FC236}">
                <a16:creationId xmlns:a16="http://schemas.microsoft.com/office/drawing/2014/main" id="{AC2B8604-57E5-E465-33FB-53C421776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463" y="2117595"/>
            <a:ext cx="2202948" cy="979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61AFB8A-C7AA-109E-CC64-5697637DC61D}"/>
              </a:ext>
            </a:extLst>
          </p:cNvPr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sz="2000" b="1" dirty="0" err="1"/>
              <a:t>BSides</a:t>
            </a:r>
            <a:r>
              <a:rPr sz="2000" b="1" dirty="0"/>
              <a:t> Kraków </a:t>
            </a:r>
            <a:r>
              <a:rPr lang="pt-BR" sz="2000" b="1" dirty="0" err="1"/>
              <a:t>Meetups</a:t>
            </a:r>
            <a:endParaRPr sz="2000" b="1" dirty="0"/>
          </a:p>
        </p:txBody>
      </p:sp>
      <p:pic>
        <p:nvPicPr>
          <p:cNvPr id="12" name="Imagem 11" descr="Logotipo&#10;&#10;O conteúdo gerado por IA pode estar incorreto.">
            <a:extLst>
              <a:ext uri="{FF2B5EF4-FFF2-40B4-BE49-F238E27FC236}">
                <a16:creationId xmlns:a16="http://schemas.microsoft.com/office/drawing/2014/main" id="{14E57F9D-B4D6-B1F9-FE2D-9AFCEEBED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063" y="3780924"/>
            <a:ext cx="2569748" cy="96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73B4E-A58A-0F06-BEFD-51899F34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sides kraków.png">
            <a:extLst>
              <a:ext uri="{FF2B5EF4-FFF2-40B4-BE49-F238E27FC236}">
                <a16:creationId xmlns:a16="http://schemas.microsoft.com/office/drawing/2014/main" id="{C5B015D7-0DAA-A529-217C-7C0FEAEF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385475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70DAE5-31E8-286E-D360-F04DD6DC1CA6}"/>
              </a:ext>
            </a:extLst>
          </p:cNvPr>
          <p:cNvSpPr txBox="1"/>
          <p:nvPr/>
        </p:nvSpPr>
        <p:spPr>
          <a:xfrm>
            <a:off x="1097280" y="1097280"/>
            <a:ext cx="5234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pt-BR" sz="4000" dirty="0" err="1"/>
              <a:t>Conference</a:t>
            </a:r>
            <a:r>
              <a:rPr lang="pt-BR" sz="4000" dirty="0"/>
              <a:t> 26/09/2026</a:t>
            </a:r>
            <a:endParaRPr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53835-2907-7641-0F36-423A96CEA309}"/>
              </a:ext>
            </a:extLst>
          </p:cNvPr>
          <p:cNvSpPr txBox="1"/>
          <p:nvPr/>
        </p:nvSpPr>
        <p:spPr>
          <a:xfrm>
            <a:off x="1097280" y="2194560"/>
            <a:ext cx="78554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Call</a:t>
            </a:r>
            <a:r>
              <a:rPr lang="pt-BR" sz="2400" dirty="0">
                <a:solidFill>
                  <a:srgbClr val="DCDCDC"/>
                </a:solidFill>
              </a:rPr>
              <a:t> for Papers </a:t>
            </a:r>
            <a:r>
              <a:rPr lang="pt-BR" sz="2400" dirty="0" err="1">
                <a:solidFill>
                  <a:srgbClr val="DCDCDC"/>
                </a:solidFill>
              </a:rPr>
              <a:t>is</a:t>
            </a:r>
            <a:r>
              <a:rPr lang="pt-BR" sz="2400" dirty="0">
                <a:solidFill>
                  <a:srgbClr val="DCDCDC"/>
                </a:solidFill>
              </a:rPr>
              <a:t> OPEN!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https://sessionize.com/bsides-krakow-2026/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Call</a:t>
            </a:r>
            <a:r>
              <a:rPr lang="pt-BR" sz="2400" dirty="0">
                <a:solidFill>
                  <a:srgbClr val="DCDCDC"/>
                </a:solidFill>
              </a:rPr>
              <a:t> for </a:t>
            </a:r>
            <a:r>
              <a:rPr lang="pt-BR" sz="2400" dirty="0" err="1">
                <a:solidFill>
                  <a:srgbClr val="DCDCDC"/>
                </a:solidFill>
              </a:rPr>
              <a:t>Sponsors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is</a:t>
            </a:r>
            <a:r>
              <a:rPr lang="pt-BR" sz="2400" dirty="0">
                <a:solidFill>
                  <a:srgbClr val="DCDCDC"/>
                </a:solidFill>
              </a:rPr>
              <a:t> OPEN!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Allow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us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to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provide</a:t>
            </a:r>
            <a:r>
              <a:rPr lang="pt-BR" sz="2400" dirty="0">
                <a:solidFill>
                  <a:srgbClr val="DCDCDC"/>
                </a:solidFill>
              </a:rPr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Cathering</a:t>
            </a:r>
            <a:r>
              <a:rPr lang="pt-BR" sz="2400" dirty="0">
                <a:solidFill>
                  <a:srgbClr val="DCDCDC"/>
                </a:solidFill>
              </a:rPr>
              <a:t>, </a:t>
            </a:r>
            <a:r>
              <a:rPr lang="pt-BR" sz="2400" dirty="0" err="1">
                <a:solidFill>
                  <a:srgbClr val="DCDCDC"/>
                </a:solidFill>
              </a:rPr>
              <a:t>After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party</a:t>
            </a:r>
            <a:r>
              <a:rPr lang="pt-BR" sz="2400" dirty="0">
                <a:solidFill>
                  <a:srgbClr val="DCDCDC"/>
                </a:solidFill>
              </a:rPr>
              <a:t>, cool </a:t>
            </a:r>
            <a:r>
              <a:rPr lang="pt-BR" sz="2400" dirty="0" err="1">
                <a:solidFill>
                  <a:srgbClr val="DCDCDC"/>
                </a:solidFill>
              </a:rPr>
              <a:t>Badges</a:t>
            </a:r>
            <a:r>
              <a:rPr lang="pt-BR" sz="2400" dirty="0">
                <a:solidFill>
                  <a:srgbClr val="DCDCDC"/>
                </a:solidFill>
              </a:rPr>
              <a:t>, T-</a:t>
            </a:r>
            <a:r>
              <a:rPr lang="pt-BR" sz="2400" dirty="0" err="1">
                <a:solidFill>
                  <a:srgbClr val="DCDCDC"/>
                </a:solidFill>
              </a:rPr>
              <a:t>Shirts</a:t>
            </a:r>
            <a:r>
              <a:rPr lang="pt-BR" sz="2400" dirty="0">
                <a:solidFill>
                  <a:srgbClr val="DCDCDC"/>
                </a:solidFill>
              </a:rPr>
              <a:t> etc.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Call</a:t>
            </a:r>
            <a:r>
              <a:rPr lang="pt-BR" sz="2400" dirty="0">
                <a:solidFill>
                  <a:srgbClr val="DCDCDC"/>
                </a:solidFill>
              </a:rPr>
              <a:t> for </a:t>
            </a:r>
            <a:r>
              <a:rPr lang="pt-BR" sz="2400" dirty="0" err="1">
                <a:solidFill>
                  <a:srgbClr val="DCDCDC"/>
                </a:solidFill>
              </a:rPr>
              <a:t>Volunteers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is</a:t>
            </a:r>
            <a:r>
              <a:rPr lang="pt-BR" sz="2400" dirty="0">
                <a:solidFill>
                  <a:srgbClr val="DCDCDC"/>
                </a:solidFill>
              </a:rPr>
              <a:t> OPEN!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We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need</a:t>
            </a:r>
            <a:r>
              <a:rPr lang="pt-BR" sz="2400" dirty="0">
                <a:solidFill>
                  <a:srgbClr val="DCDCDC"/>
                </a:solidFill>
              </a:rPr>
              <a:t> help!</a:t>
            </a:r>
            <a:endParaRPr sz="2400" dirty="0">
              <a:solidFill>
                <a:srgbClr val="DCDC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102BA-7C36-36F8-BA18-0B00C3D19CB0}"/>
              </a:ext>
            </a:extLst>
          </p:cNvPr>
          <p:cNvSpPr/>
          <p:nvPr/>
        </p:nvSpPr>
        <p:spPr>
          <a:xfrm>
            <a:off x="1097280" y="5852160"/>
            <a:ext cx="10058400" cy="1828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B963E16-6E44-D44B-BC27-BD227890026C}"/>
              </a:ext>
            </a:extLst>
          </p:cNvPr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sz="2000" b="1" dirty="0" err="1"/>
              <a:t>BSides</a:t>
            </a:r>
            <a:r>
              <a:rPr sz="2000" b="1" dirty="0"/>
              <a:t> Kraków </a:t>
            </a:r>
            <a:r>
              <a:rPr lang="pt-BR" sz="2000" b="1" dirty="0"/>
              <a:t>2026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18839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ECA2F-A7F8-DE77-8EDB-96BA4DE2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sides kraków.png">
            <a:extLst>
              <a:ext uri="{FF2B5EF4-FFF2-40B4-BE49-F238E27FC236}">
                <a16:creationId xmlns:a16="http://schemas.microsoft.com/office/drawing/2014/main" id="{613BB7D9-7CE8-9A53-BE89-6CDFCCEB2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385475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F81FE4-F889-E227-AFB6-58EF5FF77ECB}"/>
              </a:ext>
            </a:extLst>
          </p:cNvPr>
          <p:cNvSpPr txBox="1"/>
          <p:nvPr/>
        </p:nvSpPr>
        <p:spPr>
          <a:xfrm>
            <a:off x="1097280" y="1097280"/>
            <a:ext cx="5234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pt-BR" sz="4000" dirty="0" err="1"/>
              <a:t>Conference</a:t>
            </a:r>
            <a:r>
              <a:rPr lang="pt-BR" sz="4000" dirty="0"/>
              <a:t> 26/09/2026</a:t>
            </a:r>
            <a:endParaRPr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28B87-BE5B-52D7-8197-695F67AD9355}"/>
              </a:ext>
            </a:extLst>
          </p:cNvPr>
          <p:cNvSpPr txBox="1"/>
          <p:nvPr/>
        </p:nvSpPr>
        <p:spPr>
          <a:xfrm>
            <a:off x="1097280" y="2084796"/>
            <a:ext cx="98893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Trainings 25/09/2026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https://bsideskrakow.pl/#section-trainings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Conference</a:t>
            </a:r>
            <a:endParaRPr lang="pt-BR" sz="2400" dirty="0">
              <a:solidFill>
                <a:srgbClr val="DCDCDC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3 tracks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Discovery – </a:t>
            </a:r>
            <a:r>
              <a:rPr lang="pt-BR" sz="2400" dirty="0" err="1">
                <a:solidFill>
                  <a:srgbClr val="DCDCDC"/>
                </a:solidFill>
              </a:rPr>
              <a:t>Main</a:t>
            </a:r>
            <a:r>
              <a:rPr lang="pt-BR" sz="2400" dirty="0">
                <a:solidFill>
                  <a:srgbClr val="DCDCDC"/>
                </a:solidFill>
              </a:rPr>
              <a:t> track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Insights – </a:t>
            </a:r>
            <a:r>
              <a:rPr lang="pt-BR" sz="2400" dirty="0" err="1">
                <a:solidFill>
                  <a:srgbClr val="DCDCDC"/>
                </a:solidFill>
              </a:rPr>
              <a:t>Second</a:t>
            </a:r>
            <a:r>
              <a:rPr lang="pt-BR" sz="2400" dirty="0">
                <a:solidFill>
                  <a:srgbClr val="DCDCDC"/>
                </a:solidFill>
              </a:rPr>
              <a:t> track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Business</a:t>
            </a:r>
            <a:endParaRPr lang="en-US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CDCDC"/>
                </a:solidFill>
              </a:rPr>
              <a:t>Villages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CDCDC"/>
                </a:solidFill>
              </a:rPr>
              <a:t>Mini events inside the main conference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CDCDC"/>
                </a:solidFill>
              </a:rPr>
              <a:t>AppSec &amp; Red Team Village / Cyber Games Village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C533FA-4414-DE8E-6266-AB3188CAF208}"/>
              </a:ext>
            </a:extLst>
          </p:cNvPr>
          <p:cNvSpPr/>
          <p:nvPr/>
        </p:nvSpPr>
        <p:spPr>
          <a:xfrm>
            <a:off x="1097280" y="5852160"/>
            <a:ext cx="10058400" cy="1828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779E0EB-6CA1-17E9-AF31-FBF68A34D44C}"/>
              </a:ext>
            </a:extLst>
          </p:cNvPr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lang="pt-BR" sz="2000" b="1" dirty="0" err="1"/>
              <a:t>Structure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122016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F2920-F91B-3701-8667-4FA175E5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sides kraków.png">
            <a:extLst>
              <a:ext uri="{FF2B5EF4-FFF2-40B4-BE49-F238E27FC236}">
                <a16:creationId xmlns:a16="http://schemas.microsoft.com/office/drawing/2014/main" id="{3DAFCDBB-ACAE-1A78-DE95-616F46A15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385475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0B4A81-1353-1EAB-8205-686CABD11163}"/>
              </a:ext>
            </a:extLst>
          </p:cNvPr>
          <p:cNvSpPr txBox="1"/>
          <p:nvPr/>
        </p:nvSpPr>
        <p:spPr>
          <a:xfrm>
            <a:off x="1097280" y="1097280"/>
            <a:ext cx="5234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pt-BR" sz="4000" dirty="0" err="1"/>
              <a:t>Conference</a:t>
            </a:r>
            <a:r>
              <a:rPr lang="pt-BR" sz="4000" dirty="0"/>
              <a:t> 26/09/2026</a:t>
            </a:r>
            <a:endParaRPr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CB8CF-C4FA-21AE-ECD2-FA40FA566CDE}"/>
              </a:ext>
            </a:extLst>
          </p:cNvPr>
          <p:cNvSpPr txBox="1"/>
          <p:nvPr/>
        </p:nvSpPr>
        <p:spPr>
          <a:xfrm>
            <a:off x="1097280" y="2084796"/>
            <a:ext cx="988939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Activities</a:t>
            </a:r>
            <a:r>
              <a:rPr lang="pt-BR" sz="2400" dirty="0">
                <a:solidFill>
                  <a:srgbClr val="DCDCDC"/>
                </a:solidFill>
              </a:rPr>
              <a:t> (</a:t>
            </a:r>
            <a:r>
              <a:rPr lang="pt-BR" sz="2400" dirty="0" err="1">
                <a:solidFill>
                  <a:srgbClr val="DCDCDC"/>
                </a:solidFill>
              </a:rPr>
              <a:t>we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aim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to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have</a:t>
            </a:r>
            <a:r>
              <a:rPr lang="pt-BR" sz="2400" dirty="0">
                <a:solidFill>
                  <a:srgbClr val="DCDCDC"/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Lockpicking</a:t>
            </a:r>
            <a:r>
              <a:rPr lang="pt-BR" sz="2400" dirty="0">
                <a:solidFill>
                  <a:srgbClr val="DCDCDC"/>
                </a:solidFill>
              </a:rPr>
              <a:t> (Looking for </a:t>
            </a:r>
            <a:r>
              <a:rPr lang="pt-BR" sz="2400" dirty="0" err="1">
                <a:solidFill>
                  <a:srgbClr val="DCDCDC"/>
                </a:solidFill>
              </a:rPr>
              <a:t>partners</a:t>
            </a:r>
            <a:r>
              <a:rPr lang="pt-BR" sz="2400" dirty="0">
                <a:solidFill>
                  <a:srgbClr val="DCDCDC"/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CTF (</a:t>
            </a:r>
            <a:r>
              <a:rPr lang="pt-BR" sz="2400" dirty="0" err="1">
                <a:solidFill>
                  <a:srgbClr val="DCDCDC"/>
                </a:solidFill>
              </a:rPr>
              <a:t>already</a:t>
            </a:r>
            <a:r>
              <a:rPr lang="pt-BR" sz="2400" dirty="0">
                <a:solidFill>
                  <a:srgbClr val="DCDCDC"/>
                </a:solidFill>
              </a:rPr>
              <a:t> in </a:t>
            </a:r>
            <a:r>
              <a:rPr lang="pt-BR" sz="2400" dirty="0" err="1">
                <a:solidFill>
                  <a:srgbClr val="DCDCDC"/>
                </a:solidFill>
              </a:rPr>
              <a:t>discussion</a:t>
            </a:r>
            <a:r>
              <a:rPr lang="pt-BR" sz="2400" dirty="0">
                <a:solidFill>
                  <a:srgbClr val="DCDCDC"/>
                </a:solidFill>
              </a:rPr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DCDCDC"/>
                </a:solidFill>
              </a:rPr>
              <a:t>BSides</a:t>
            </a:r>
            <a:r>
              <a:rPr lang="pt-BR" sz="2400" dirty="0">
                <a:solidFill>
                  <a:srgbClr val="DCDCDC"/>
                </a:solidFill>
              </a:rPr>
              <a:t> Kids (open </a:t>
            </a:r>
            <a:r>
              <a:rPr lang="pt-BR" sz="2400" dirty="0" err="1">
                <a:solidFill>
                  <a:srgbClr val="DCDCDC"/>
                </a:solidFill>
              </a:rPr>
              <a:t>to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discussion</a:t>
            </a:r>
            <a:r>
              <a:rPr lang="pt-BR" sz="2400" dirty="0">
                <a:solidFill>
                  <a:srgbClr val="DCDCDC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DCDCD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Workshops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DCDCDC"/>
                </a:solidFill>
              </a:rPr>
              <a:t>Lego, Drones (Game </a:t>
            </a:r>
            <a:r>
              <a:rPr lang="pt-BR" sz="2400" dirty="0" err="1">
                <a:solidFill>
                  <a:srgbClr val="DCDCDC"/>
                </a:solidFill>
              </a:rPr>
              <a:t>of</a:t>
            </a:r>
            <a:r>
              <a:rPr lang="pt-BR" sz="2400" dirty="0">
                <a:solidFill>
                  <a:srgbClr val="DCDCDC"/>
                </a:solidFill>
              </a:rPr>
              <a:t> Drones) and </a:t>
            </a:r>
            <a:r>
              <a:rPr lang="pt-BR" sz="2400" dirty="0" err="1">
                <a:solidFill>
                  <a:srgbClr val="DCDCDC"/>
                </a:solidFill>
              </a:rPr>
              <a:t>any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other</a:t>
            </a:r>
            <a:r>
              <a:rPr lang="pt-BR" sz="2400" dirty="0">
                <a:solidFill>
                  <a:srgbClr val="DCDCDC"/>
                </a:solidFill>
              </a:rPr>
              <a:t> </a:t>
            </a:r>
            <a:r>
              <a:rPr lang="pt-BR" sz="2400" dirty="0" err="1">
                <a:solidFill>
                  <a:srgbClr val="DCDCDC"/>
                </a:solidFill>
              </a:rPr>
              <a:t>robotics</a:t>
            </a:r>
            <a:r>
              <a:rPr lang="pt-BR" sz="2400" dirty="0">
                <a:solidFill>
                  <a:srgbClr val="DCDCDC"/>
                </a:solidFill>
              </a:rPr>
              <a:t> / </a:t>
            </a:r>
            <a:r>
              <a:rPr lang="pt-BR" sz="2400" dirty="0" err="1">
                <a:solidFill>
                  <a:srgbClr val="DCDCDC"/>
                </a:solidFill>
              </a:rPr>
              <a:t>mechanics</a:t>
            </a:r>
            <a:endParaRPr lang="pt-BR" sz="2400" dirty="0">
              <a:solidFill>
                <a:srgbClr val="DCDC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9E424-6229-E15B-62BE-959DB1E2DD48}"/>
              </a:ext>
            </a:extLst>
          </p:cNvPr>
          <p:cNvSpPr/>
          <p:nvPr/>
        </p:nvSpPr>
        <p:spPr>
          <a:xfrm>
            <a:off x="1097280" y="5852160"/>
            <a:ext cx="10058400" cy="1828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2A9C1E3-034F-2C3A-C3EE-3E537287E458}"/>
              </a:ext>
            </a:extLst>
          </p:cNvPr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lang="pt-BR" sz="2000" b="1" dirty="0" err="1"/>
              <a:t>Structure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57385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96D9C-EA09-4D60-B5E3-68D16B6B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sides kraków.png">
            <a:extLst>
              <a:ext uri="{FF2B5EF4-FFF2-40B4-BE49-F238E27FC236}">
                <a16:creationId xmlns:a16="http://schemas.microsoft.com/office/drawing/2014/main" id="{92D47641-B3FA-8E48-B363-8EFA5C47D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385475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183E00-5D63-752F-E9FA-E9518F70C0E8}"/>
              </a:ext>
            </a:extLst>
          </p:cNvPr>
          <p:cNvSpPr txBox="1"/>
          <p:nvPr/>
        </p:nvSpPr>
        <p:spPr>
          <a:xfrm>
            <a:off x="1097280" y="1097280"/>
            <a:ext cx="5234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pt-BR" sz="4000" dirty="0" err="1"/>
              <a:t>Conference</a:t>
            </a:r>
            <a:r>
              <a:rPr lang="pt-BR" sz="4000" dirty="0"/>
              <a:t> 26/09/2026</a:t>
            </a:r>
            <a:endParaRPr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D2711-1823-E488-1737-A61501FA04B0}"/>
              </a:ext>
            </a:extLst>
          </p:cNvPr>
          <p:cNvSpPr txBox="1"/>
          <p:nvPr/>
        </p:nvSpPr>
        <p:spPr>
          <a:xfrm>
            <a:off x="1097280" y="2084796"/>
            <a:ext cx="988939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500" dirty="0" err="1">
                <a:solidFill>
                  <a:srgbClr val="DCDCDC"/>
                </a:solidFill>
              </a:rPr>
              <a:t>Can’t</a:t>
            </a:r>
            <a:r>
              <a:rPr lang="pt-BR" sz="11500" dirty="0">
                <a:solidFill>
                  <a:srgbClr val="DCDCDC"/>
                </a:solidFill>
              </a:rPr>
              <a:t> </a:t>
            </a:r>
            <a:r>
              <a:rPr lang="pt-BR" sz="11500" dirty="0" err="1">
                <a:solidFill>
                  <a:srgbClr val="DCDCDC"/>
                </a:solidFill>
              </a:rPr>
              <a:t>say</a:t>
            </a:r>
            <a:r>
              <a:rPr lang="pt-BR" sz="11500" dirty="0">
                <a:solidFill>
                  <a:srgbClr val="DCDCDC"/>
                </a:solidFill>
              </a:rPr>
              <a:t> </a:t>
            </a:r>
            <a:r>
              <a:rPr lang="pt-BR" sz="11500" dirty="0" err="1">
                <a:solidFill>
                  <a:srgbClr val="DCDCDC"/>
                </a:solidFill>
              </a:rPr>
              <a:t>that</a:t>
            </a:r>
            <a:r>
              <a:rPr lang="pt-BR" sz="11500" dirty="0">
                <a:solidFill>
                  <a:srgbClr val="DCDCDC"/>
                </a:solidFill>
              </a:rPr>
              <a:t> </a:t>
            </a:r>
            <a:r>
              <a:rPr lang="pt-BR" sz="11500" dirty="0" err="1">
                <a:solidFill>
                  <a:srgbClr val="DCDCDC"/>
                </a:solidFill>
              </a:rPr>
              <a:t>much</a:t>
            </a:r>
            <a:r>
              <a:rPr lang="pt-BR" sz="11500" dirty="0">
                <a:solidFill>
                  <a:srgbClr val="DCDCDC"/>
                </a:solidFill>
              </a:rPr>
              <a:t>, </a:t>
            </a:r>
            <a:r>
              <a:rPr lang="pt-BR" sz="11500" dirty="0" err="1">
                <a:solidFill>
                  <a:srgbClr val="DCDCDC"/>
                </a:solidFill>
              </a:rPr>
              <a:t>can</a:t>
            </a:r>
            <a:r>
              <a:rPr lang="pt-BR" sz="11500" dirty="0">
                <a:solidFill>
                  <a:srgbClr val="DCDCDC"/>
                </a:solidFill>
              </a:rPr>
              <a:t> 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42311-F233-D93C-797B-34950D1DEDE6}"/>
              </a:ext>
            </a:extLst>
          </p:cNvPr>
          <p:cNvSpPr/>
          <p:nvPr/>
        </p:nvSpPr>
        <p:spPr>
          <a:xfrm>
            <a:off x="1097280" y="5852160"/>
            <a:ext cx="10058400" cy="1828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741D827-05A4-6F3E-2121-298E35A67841}"/>
              </a:ext>
            </a:extLst>
          </p:cNvPr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lang="pt-BR" sz="2000" b="1" dirty="0" err="1"/>
              <a:t>After</a:t>
            </a:r>
            <a:r>
              <a:rPr lang="pt-BR" sz="2000" b="1" dirty="0"/>
              <a:t> </a:t>
            </a:r>
            <a:r>
              <a:rPr lang="pt-BR" sz="2000" b="1" dirty="0" err="1"/>
              <a:t>party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110177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3495C-AD49-D806-7F37-FE6F7916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sides kraków.png">
            <a:extLst>
              <a:ext uri="{FF2B5EF4-FFF2-40B4-BE49-F238E27FC236}">
                <a16:creationId xmlns:a16="http://schemas.microsoft.com/office/drawing/2014/main" id="{D226A467-20DC-7444-F59E-1F493CD4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385475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E7E4D6-553F-979F-557F-72AC82D9C596}"/>
              </a:ext>
            </a:extLst>
          </p:cNvPr>
          <p:cNvSpPr txBox="1"/>
          <p:nvPr/>
        </p:nvSpPr>
        <p:spPr>
          <a:xfrm>
            <a:off x="1149714" y="5839248"/>
            <a:ext cx="988939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DCDCDC"/>
                </a:solidFill>
              </a:rPr>
              <a:t>contact@bsideskrakow.pl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1925BE-D0F2-FF0D-E41B-EA8FE93373FD}"/>
              </a:ext>
            </a:extLst>
          </p:cNvPr>
          <p:cNvSpPr/>
          <p:nvPr/>
        </p:nvSpPr>
        <p:spPr>
          <a:xfrm>
            <a:off x="1097280" y="5852160"/>
            <a:ext cx="10058400" cy="18288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5A41A2D-88DA-4249-2B32-021EDB2E10DC}"/>
              </a:ext>
            </a:extLst>
          </p:cNvPr>
          <p:cNvSpPr txBox="1"/>
          <p:nvPr/>
        </p:nvSpPr>
        <p:spPr>
          <a:xfrm>
            <a:off x="1097280" y="548640"/>
            <a:ext cx="30442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72638"/>
                </a:solidFill>
              </a:defRPr>
            </a:pPr>
            <a:r>
              <a:rPr lang="pt-BR" sz="2000" b="1" dirty="0" err="1"/>
              <a:t>Thank</a:t>
            </a:r>
            <a:r>
              <a:rPr lang="pt-BR" sz="2000" b="1" dirty="0"/>
              <a:t> </a:t>
            </a:r>
            <a:r>
              <a:rPr lang="pt-BR" sz="2000" b="1" dirty="0" err="1"/>
              <a:t>you</a:t>
            </a:r>
            <a:endParaRPr sz="2000" b="1" dirty="0"/>
          </a:p>
        </p:txBody>
      </p:sp>
      <p:pic>
        <p:nvPicPr>
          <p:cNvPr id="7" name="Picture 12" descr="Commerce Media Tech - IAB Polska">
            <a:extLst>
              <a:ext uri="{FF2B5EF4-FFF2-40B4-BE49-F238E27FC236}">
                <a16:creationId xmlns:a16="http://schemas.microsoft.com/office/drawing/2014/main" id="{58A0DBAF-8EBE-1E36-55FA-84301F54C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886" y="2247372"/>
            <a:ext cx="3904971" cy="173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 descr="Logotipo&#10;&#10;O conteúdo gerado por IA pode estar incorreto.">
            <a:extLst>
              <a:ext uri="{FF2B5EF4-FFF2-40B4-BE49-F238E27FC236}">
                <a16:creationId xmlns:a16="http://schemas.microsoft.com/office/drawing/2014/main" id="{497F58A9-D577-2E14-94EE-F6C50588D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23" y="2336155"/>
            <a:ext cx="4068202" cy="152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69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238</Words>
  <Application>Microsoft Office PowerPoint</Application>
  <PresentationFormat>Personalizar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Cássio Batista Pereira</cp:lastModifiedBy>
  <cp:revision>14</cp:revision>
  <dcterms:created xsi:type="dcterms:W3CDTF">2013-01-27T09:14:16Z</dcterms:created>
  <dcterms:modified xsi:type="dcterms:W3CDTF">2026-01-27T19:51:21Z</dcterms:modified>
  <cp:category/>
</cp:coreProperties>
</file>